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5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7" r:id="rId16"/>
    <p:sldId id="279" r:id="rId17"/>
    <p:sldId id="272" r:id="rId18"/>
    <p:sldId id="276" r:id="rId19"/>
    <p:sldId id="273" r:id="rId20"/>
    <p:sldId id="275" r:id="rId21"/>
    <p:sldId id="278" r:id="rId22"/>
    <p:sldId id="271" r:id="rId23"/>
    <p:sldId id="285" r:id="rId24"/>
    <p:sldId id="286" r:id="rId25"/>
    <p:sldId id="287" r:id="rId26"/>
    <p:sldId id="280" r:id="rId27"/>
    <p:sldId id="281" r:id="rId28"/>
    <p:sldId id="282" r:id="rId29"/>
    <p:sldId id="283" r:id="rId30"/>
    <p:sldId id="284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FE0529-E533-653D-49E1-0C3B7E99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5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1CBA-9728-4EB9-8024-93576060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3" y="145774"/>
            <a:ext cx="11781183" cy="9144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DA4E9-8EDE-EAB2-BF3F-5FC18AC77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1484243"/>
            <a:ext cx="11781183" cy="5227983"/>
          </a:xfrm>
        </p:spPr>
        <p:txBody>
          <a:bodyPr>
            <a:normAutofit/>
          </a:bodyPr>
          <a:lstStyle/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 an open source operating system (OS).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operating system is the software that directly manages a system's hardware and resources, like CPU, memory, and storage.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OS sits between applications and hardware and makes the connections between all of your software and the physical resources that do the work.</a:t>
            </a:r>
          </a:p>
          <a:p>
            <a:pPr marL="0" indent="0">
              <a:buNone/>
            </a:pPr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 is a Unix-like, open source and community-developed operating system (OS) for computers, servers, mainframes, mobile devices and embedded devices.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supported on almost every major computer platform, including x86, ARM and SPARC, making it one of the most widely supported operating systems.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5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B131-DFF0-171E-D38A-60CAABF9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59026"/>
            <a:ext cx="11661913" cy="874644"/>
          </a:xfrm>
        </p:spPr>
        <p:txBody>
          <a:bodyPr>
            <a:normAutofit/>
          </a:bodyPr>
          <a:lstStyle/>
          <a:p>
            <a:pPr algn="ctr"/>
            <a:r>
              <a:rPr lang="en-IN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 Line</a:t>
            </a:r>
            <a:r>
              <a:rPr lang="en-IN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7610-35FD-CB6F-547F-6FEA6D9D0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484242"/>
            <a:ext cx="11186560" cy="5214732"/>
          </a:xfrm>
        </p:spPr>
        <p:txBody>
          <a:bodyPr>
            <a:normAutofit/>
          </a:bodyPr>
          <a:lstStyle/>
          <a:p>
            <a:r>
              <a:rPr lang="en-IN" sz="280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 Line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Linux command line is a text interface to your computer.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Often referred to as the shell, terminal, console, prompt or various other names, it can give the appearance of being complex and confusing to use.</a:t>
            </a:r>
          </a:p>
          <a:p>
            <a:pPr marL="0" indent="0">
              <a:buNone/>
            </a:pPr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 the main component of a Linux operating system (OS) and is the core interface between a computer's hardware and its processes.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communicates between the 2, managing resources as efficiently as possible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kernel is a constituent part of a larger operating system -- usually, in Linux distributions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larger operating system contains a base of GNU tools, which is why many people refer to the kernel as Linux</a:t>
            </a:r>
          </a:p>
        </p:txBody>
      </p:sp>
    </p:spTree>
    <p:extLst>
      <p:ext uri="{BB962C8B-B14F-4D97-AF65-F5344CB8AC3E}">
        <p14:creationId xmlns:p14="http://schemas.microsoft.com/office/powerpoint/2010/main" val="195421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4682-E773-58C8-5985-2EBC964D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99392"/>
            <a:ext cx="11502885" cy="6427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Shell / Bash</a:t>
            </a:r>
            <a:br>
              <a:rPr lang="en-IN" sz="360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i="0" u="sng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B4C4-2E92-066D-1128-2975A04C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0" y="1219200"/>
            <a:ext cx="12006469" cy="5638799"/>
          </a:xfrm>
        </p:spPr>
        <p:txBody>
          <a:bodyPr>
            <a:normAutofit lnSpcReduction="10000"/>
          </a:bodyPr>
          <a:lstStyle/>
          <a:p>
            <a:r>
              <a:rPr lang="en-IN" sz="280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 responsible for the execution of all programs that you request from your terminal.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line that is typed to the shell is known more formally as the command line.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shell scans this command line and determines the name of the program to be executed and what arguments to pass to the program.</a:t>
            </a:r>
          </a:p>
          <a:p>
            <a:pPr marL="0" indent="0">
              <a:buNone/>
            </a:pPr>
            <a:endParaRPr lang="en-IN" sz="2800" i="0" u="sng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Bash is a command processor that typically runs in a text window where the user types commands that cause actions.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Bash can also read and execute commands from a file, called a shell script</a:t>
            </a: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i="0" u="sng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2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7FB505-9310-41FC-44D6-89627D93C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543050"/>
            <a:ext cx="5557216" cy="3929746"/>
          </a:xfrm>
          <a:prstGeom prst="rect">
            <a:avLst/>
          </a:prstGeom>
        </p:spPr>
      </p:pic>
      <p:pic>
        <p:nvPicPr>
          <p:cNvPr id="1026" name="Picture 2" descr="i found more shell pictures, is there even one that is accurate? :  r/linux4noobs">
            <a:extLst>
              <a:ext uri="{FF2B5EF4-FFF2-40B4-BE49-F238E27FC236}">
                <a16:creationId xmlns:a16="http://schemas.microsoft.com/office/drawing/2014/main" id="{D5E494C2-142D-01D6-C7E1-5CD0554C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43049"/>
            <a:ext cx="5686425" cy="392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98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6DC2-D0B2-3894-B036-4CC95FDF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198783"/>
            <a:ext cx="11635408" cy="95415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Linux</a:t>
            </a:r>
            <a:br>
              <a:rPr lang="en-IN" b="0" i="0" dirty="0">
                <a:solidFill>
                  <a:srgbClr val="BDC1C6"/>
                </a:solidFill>
                <a:effectLst/>
                <a:latin typeface="Google 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736D8-7551-6409-2196-0BC01DBBD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3" y="1311965"/>
            <a:ext cx="8986700" cy="53472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Updates.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 to use (Low Cost).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Support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easy installation.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Multitasking.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multiple desktops.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24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8914C4-1032-A9DF-F62B-5A6F9AA6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65" y="145774"/>
            <a:ext cx="10071652" cy="654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00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9F03BB-FDE2-E187-FDE9-144A7F17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83" y="215347"/>
            <a:ext cx="9501808" cy="642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6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0D67-FAE8-02CD-3397-40659952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949" y="132522"/>
            <a:ext cx="10298664" cy="104692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Directory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18CF33-3FA6-9029-9352-DF8CF55D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365" y="1179443"/>
            <a:ext cx="6117143" cy="554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5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EB2B-3329-2186-BDEC-26130BD3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39" y="147033"/>
            <a:ext cx="11410122" cy="79974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to create, copy, edit, change time of the 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3F33-0E59-3B96-9D6A-567F9FB2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946779"/>
            <a:ext cx="11847444" cy="57641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– create file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 file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 cat  &gt; file1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– it create empty file &amp; used for time stamp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empty 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multiple empty 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time of the file [ Access time (touch –a) / Modify time (touch –m) / Change time]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 touch file1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698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02D5E-9036-48CF-BFD2-C658AE8A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1364974"/>
            <a:ext cx="11781183" cy="536713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– it’s a editor which  is used for editing programs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vi file1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– to save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– quit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Q! – force quit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 – its also a editor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nano file1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70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35FE-5A7A-5A23-E76F-8585287DF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270" y="0"/>
            <a:ext cx="9861342" cy="6858000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                     – real time view of a running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mkdir dir             – create directory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                       – change directory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..                     – (..)change parent (.) change current directory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pwd                     – print working directory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-a                     – to see all file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                        – list file   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                        – copy the file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                       – move the file /rename the file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 dir                  – remove directory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              – remove both parent &amp; child directory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-pv            – remove root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 -rf                   –  remove forcefully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 -r                    – remove empty files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.file1         –  hidden file 1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.dir1         – hidden directory1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 f1 dir1           – move f1 to directoey1          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74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6D33A-EEF5-4383-1550-FE605AA5A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757" y="106016"/>
            <a:ext cx="10402956" cy="6612835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 &gt; file1                                  [ create file using cat command]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file1                                      [ to c the content inside the file1]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 &gt;&gt;file1                                [ to edit the file 1]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f1 f2  &gt;all                             [ all the content of both  f1 &amp; f2 go to the all file ]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f1                                     [create file using touch command 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 f2                                        [change the time of f2]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-a f3                                 [change the access time of f3]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-m  f4                               [change the modify time of f4]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 f1 f2                                      [copy the content of f1 to f2]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mkdir dir1                                 [create new directory]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mkdir dir1/dir2/dir3                  [create directory inside directory]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mkdir dir1 dir2 dir3                  [move directory at once]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90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5F70-4981-31AB-FDE5-1AF4C4D9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035" y="106017"/>
            <a:ext cx="9768577" cy="6751983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dir                                   [ go inside directory]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file                                  [ go inside file] 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../../..                              [ come out of directory at once]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command                    [ stands manual for command]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cd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grep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whoami                              [ who r u logged in as]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Uname                               [show kernel config]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                                      [show disk usage]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-h / df --help                 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                                     [show directory space usage]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-h / du --help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-sh                                [ human readable size in GB]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08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E4B3-00B4-9C86-7E99-47A618B4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94022"/>
            <a:ext cx="11767931" cy="62159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5B84-D33C-A2F7-7AE1-2BDECCD30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96" y="715617"/>
            <a:ext cx="10999304" cy="6142383"/>
          </a:xfrm>
        </p:spPr>
        <p:txBody>
          <a:bodyPr>
            <a:no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create a new user account by issuing the following command: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useradd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make sure that the user has been created in two ways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=1007(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gid=1009(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groups=1009(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show the user id and the groups that the user is currently in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usually, a new group with the same username is assigned to the user.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opening the following file: /etc/passwd.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can issue cat /etc/passwd and we will see the new user that has been created.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creating the user using the command above, you notice that no user directories have been created inside /home directory, which is not good since the user cannot log in to his account.</a:t>
            </a:r>
          </a:p>
        </p:txBody>
      </p:sp>
    </p:spTree>
    <p:extLst>
      <p:ext uri="{BB962C8B-B14F-4D97-AF65-F5344CB8AC3E}">
        <p14:creationId xmlns:p14="http://schemas.microsoft.com/office/powerpoint/2010/main" val="104939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5F0A-1992-DC06-FC69-EB99C4920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2" y="-1"/>
            <a:ext cx="11860696" cy="503583"/>
          </a:xfrm>
        </p:spPr>
        <p:txBody>
          <a:bodyPr>
            <a:normAutofit fontScale="90000"/>
          </a:bodyPr>
          <a:lstStyle/>
          <a:p>
            <a:pPr algn="ctr"/>
            <a:r>
              <a:rPr lang="en-IN" b="0" i="0" dirty="0">
                <a:solidFill>
                  <a:srgbClr val="0A0B0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groups</a:t>
            </a:r>
            <a:br>
              <a:rPr lang="en-IN" b="0" i="0" dirty="0">
                <a:solidFill>
                  <a:srgbClr val="0A0B09"/>
                </a:solidFill>
                <a:effectLst/>
                <a:latin typeface="gt-medium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91451-E44B-F038-A24B-D4F593DF1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948" y="821635"/>
            <a:ext cx="10820401" cy="5936974"/>
          </a:xfrm>
        </p:spPr>
        <p:txBody>
          <a:bodyPr>
            <a:no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see all of the groups you have by opening the following file: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/etc/group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create a group with the name </a:t>
            </a:r>
            <a:r>
              <a:rPr lang="en-IN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chethu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groupadd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chethu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user to a group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add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to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chethu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usermod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chethu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user from a group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delete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group with: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gpasswd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chethu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 group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delete the previous group by: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chethu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17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9ED3-3F65-65B5-2847-CB1DBB64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04" y="165652"/>
            <a:ext cx="9397517" cy="8415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File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6224-2F0C-5BD3-1FCA-E9E85B3E7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1272209"/>
            <a:ext cx="11887201" cy="542013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Linux permissions model works by associating each system file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owner.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group members.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(everybody else).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file permissions types apply to each class of users: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 permission.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write permission.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 permission.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3020B-9C64-78A5-8F38-E0966E69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930" y="1709529"/>
            <a:ext cx="4995053" cy="417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AC5C-6EA7-1D88-5ED0-BD6E6BA50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165" y="0"/>
            <a:ext cx="11184834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write, read, and execute permissions have the following number value: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(read) = 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(write) = 2                                              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(execute) = 1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(no permissions) = 0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file (-)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 (d)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[ 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-r--r-- ] (644)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 [-] 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(owner hv read &amp; write) / r - - (group hv only read) / r - - (other user hv only read 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754 a.txt – [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r-x r-- ]</a:t>
            </a:r>
          </a:p>
        </p:txBody>
      </p:sp>
    </p:spTree>
    <p:extLst>
      <p:ext uri="{BB962C8B-B14F-4D97-AF65-F5344CB8AC3E}">
        <p14:creationId xmlns:p14="http://schemas.microsoft.com/office/powerpoint/2010/main" val="2719293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A6BAE-05B0-2264-1621-88608D28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514" y="99392"/>
            <a:ext cx="10588486" cy="6758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Symbolic Mode to modify permissions like the following: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	                             Permission                                                   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	                                  No permission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	                                  Execute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	                                  Write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	                                  Execute and Write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	                                  Read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	                                  Read and Execute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	                                 Read and Write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	                                 Read, Write and Execute   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777 section.txt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5A480A-69DA-F064-F82F-19D56B97BED8}"/>
              </a:ext>
            </a:extLst>
          </p:cNvPr>
          <p:cNvSpPr txBox="1">
            <a:spLocks/>
          </p:cNvSpPr>
          <p:nvPr/>
        </p:nvSpPr>
        <p:spPr>
          <a:xfrm>
            <a:off x="8653670" y="893210"/>
            <a:ext cx="3525078" cy="1802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4+2+1=7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Group: r-x   =  4+0+1=5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Others: r--      =  4+0+0=4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BFE7F56-8C51-9BE3-F8C0-243783A9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382" y="4493799"/>
            <a:ext cx="3969947" cy="2264810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B0C7702D-AA64-33E2-ECFD-AD89A658FDEC}"/>
              </a:ext>
            </a:extLst>
          </p:cNvPr>
          <p:cNvSpPr txBox="1">
            <a:spLocks/>
          </p:cNvSpPr>
          <p:nvPr/>
        </p:nvSpPr>
        <p:spPr>
          <a:xfrm>
            <a:off x="8603180" y="4725056"/>
            <a:ext cx="3525078" cy="18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765 section.txt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permissions will be: 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rwxrw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-r-x.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330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F6BA-9FDD-C702-1CA5-881F49E4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48" y="0"/>
            <a:ext cx="11767930" cy="59634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Permissions on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EB36FBE-037E-4E7E-33BC-A5BFE6C80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343181"/>
              </p:ext>
            </p:extLst>
          </p:nvPr>
        </p:nvGraphicFramePr>
        <p:xfrm>
          <a:off x="132522" y="596348"/>
          <a:ext cx="11926957" cy="6196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481">
                  <a:extLst>
                    <a:ext uri="{9D8B030D-6E8A-4147-A177-3AD203B41FA5}">
                      <a16:colId xmlns:a16="http://schemas.microsoft.com/office/drawing/2014/main" val="2812981006"/>
                    </a:ext>
                  </a:extLst>
                </a:gridCol>
                <a:gridCol w="1205660">
                  <a:extLst>
                    <a:ext uri="{9D8B030D-6E8A-4147-A177-3AD203B41FA5}">
                      <a16:colId xmlns:a16="http://schemas.microsoft.com/office/drawing/2014/main" val="869162868"/>
                    </a:ext>
                  </a:extLst>
                </a:gridCol>
                <a:gridCol w="9450816">
                  <a:extLst>
                    <a:ext uri="{9D8B030D-6E8A-4147-A177-3AD203B41FA5}">
                      <a16:colId xmlns:a16="http://schemas.microsoft.com/office/drawing/2014/main" val="408410009"/>
                    </a:ext>
                  </a:extLst>
                </a:gridCol>
              </a:tblGrid>
              <a:tr h="87240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 on File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794024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file is not readable. You cannot view the file contents.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688338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file is readable.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58127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file cannot be changed or modified.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222624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file can be changed or modified.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107904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file cannot be executed.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333971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file can be executed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65194"/>
                  </a:ext>
                </a:extLst>
              </a:tr>
              <a:tr h="62794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found in the user triplet, it sets the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setuid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bit. If found in the group triplet, it sets the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setgid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bit.                        It also means that x flag is set.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505152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as s, but the x flag is not set. This flag is rarely used on 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444637"/>
                  </a:ext>
                </a:extLst>
              </a:tr>
              <a:tr h="62794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found in the others triplet, it sets the sticky bit.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also means that x flag is set. This flag is useless on 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694670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Same as, t but the x flag is not set. This flag is useless on files.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0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139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BC97-90CF-1B58-65A8-C593F987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4" y="27762"/>
            <a:ext cx="11754679" cy="661351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Permission / To Remove The Permission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A6792-7E8C-D958-79F0-02F5A808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139" y="1179444"/>
            <a:ext cx="11237844" cy="5650794"/>
          </a:xfrm>
        </p:spPr>
        <p:txBody>
          <a:bodyPr>
            <a:normAutofit/>
          </a:bodyPr>
          <a:lstStyle/>
          <a:p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let’s add the execute permission to the user with: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u+x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section.txt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permissions will be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rwxr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remove the permission: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same method but with “-” instead of “+”.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u-x section.txt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permissions now are: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-r--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-.</a:t>
            </a:r>
          </a:p>
        </p:txBody>
      </p:sp>
    </p:spTree>
    <p:extLst>
      <p:ext uri="{BB962C8B-B14F-4D97-AF65-F5344CB8AC3E}">
        <p14:creationId xmlns:p14="http://schemas.microsoft.com/office/powerpoint/2010/main" val="77399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3FA0-4543-CEE5-F3CC-A2357D335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5" y="94023"/>
            <a:ext cx="11728174" cy="64809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To A Linux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25B20-6726-3B80-7A21-9EA18E7D2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29" y="1298713"/>
            <a:ext cx="11463131" cy="546526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by using [ SSH ]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SSH server can be installed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Yum install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-server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redhat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SSH server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sshd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 terminal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324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AD0B5-2C5E-E5E3-27EA-9A6F6B112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0" y="142875"/>
            <a:ext cx="11860696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79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EE26EB-CE25-A47B-1F00-4B9B72491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2" y="92765"/>
            <a:ext cx="11940208" cy="666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53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8BEF9-1BF9-1E9A-6E41-C4DD538A9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2" y="106017"/>
            <a:ext cx="11860695" cy="66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75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1F41-862D-A993-E163-689B8FE8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4" y="1"/>
            <a:ext cx="1170167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“ls” Command / “Directory”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A306-379C-4973-0AC2-20D39A591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704" y="795131"/>
            <a:ext cx="10787270" cy="5897217"/>
          </a:xfrm>
        </p:spPr>
        <p:txBody>
          <a:bodyPr>
            <a:normAutofit lnSpcReduction="1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                            [list directory contents]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-a                         [list directory all contents]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-A                        [list directory almost all contents]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-l                         [long list format]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[long list human read able format]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-l /etc                  [long list on given etc directory]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[short list file by last modifying]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[short list file by time]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–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[list file in reverse order]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[ current directory 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.           [ parent directory 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           [ home directory ]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           [root directory ]</a:t>
            </a:r>
          </a:p>
        </p:txBody>
      </p:sp>
    </p:spTree>
    <p:extLst>
      <p:ext uri="{BB962C8B-B14F-4D97-AF65-F5344CB8AC3E}">
        <p14:creationId xmlns:p14="http://schemas.microsoft.com/office/powerpoint/2010/main" val="1125598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5D6A-75E3-C6C9-2FB9-7497C2D00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395" y="94023"/>
            <a:ext cx="8911687" cy="714360"/>
          </a:xfrm>
        </p:spPr>
        <p:txBody>
          <a:bodyPr>
            <a:normAutofit/>
          </a:bodyPr>
          <a:lstStyle/>
          <a:p>
            <a:pPr algn="ctr"/>
            <a:r>
              <a:rPr lang="en-IN" sz="36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IN" sz="3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53E23-047A-3F10-00C9-D9863EA6F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808383"/>
            <a:ext cx="10628242" cy="5844208"/>
          </a:xfrm>
        </p:spPr>
        <p:txBody>
          <a:bodyPr>
            <a:normAutofit/>
          </a:bodyPr>
          <a:lstStyle/>
          <a:p>
            <a:r>
              <a:rPr lang="en-IN" sz="20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command to count the number of lines, words, and bytes in the files specified by the File parameter.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c (Unix) - Wikipedia">
            <a:extLst>
              <a:ext uri="{FF2B5EF4-FFF2-40B4-BE49-F238E27FC236}">
                <a16:creationId xmlns:a16="http://schemas.microsoft.com/office/drawing/2014/main" id="{4591F6FB-A10D-069D-41C4-E74D5F972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89" y="1875182"/>
            <a:ext cx="5352151" cy="371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706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40C2-AE5A-1DC6-A209-12236D4E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107277"/>
            <a:ext cx="11754678" cy="58183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&amp; Less / Head &amp; Tail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BE038-E087-30BF-95EA-4A4C38358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219199"/>
            <a:ext cx="11754678" cy="55315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and less have the option to view multiple files at once.</a:t>
            </a:r>
          </a:p>
          <a:p>
            <a:pPr marL="0" indent="0"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Command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a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llows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 to view them as a single file separated by lines.</a:t>
            </a:r>
          </a:p>
          <a:p>
            <a:pPr marL="0" indent="0">
              <a:buNone/>
            </a:pPr>
            <a:r>
              <a:rPr lang="en-IN" sz="20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Command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 to switch between them. However, both more and less display all the opened files with the same options.</a:t>
            </a:r>
          </a:p>
          <a:p>
            <a:pPr marL="0" indent="0">
              <a:buNone/>
            </a:pPr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commands write the result to standard output</a:t>
            </a:r>
          </a:p>
          <a:p>
            <a:pPr marL="0" indent="0">
              <a:buNone/>
            </a:pPr>
            <a:r>
              <a:rPr lang="en-IN" sz="20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 Command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output the first part of the file</a:t>
            </a:r>
          </a:p>
          <a:p>
            <a:pPr marL="0" indent="0">
              <a:buNone/>
            </a:pPr>
            <a:r>
              <a:rPr lang="en-IN" sz="20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Tail Command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print the last part of the file..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57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E54E-2708-F5D5-617F-EBFF01A2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3" y="133780"/>
            <a:ext cx="11608904" cy="60834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 / Crontab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F8EC3-CF24-42B9-8685-E2EB0ACC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512" y="742122"/>
            <a:ext cx="10429462" cy="5982097"/>
          </a:xfrm>
        </p:spPr>
        <p:txBody>
          <a:bodyPr/>
          <a:lstStyle/>
          <a:p>
            <a:pPr marL="0" indent="0">
              <a:buNone/>
            </a:pPr>
            <a:r>
              <a:rPr lang="en-IN" sz="20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 Command 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lets you sends the output of one command to another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redirect the standard output, input, or error of one process to another for further processing.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Ex:- man ls | cat  &gt;a.txt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Crontab</a:t>
            </a:r>
          </a:p>
          <a:p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a list of commands that you want to run on a regular schedule, and also the name of the command used to manage that list.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Ex:- crontab -e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crontab -u username -e 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crontab -l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***** sh/home/linux/test.sh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*/10 **** sh/home/linux/test.sh</a:t>
            </a:r>
          </a:p>
        </p:txBody>
      </p:sp>
    </p:spTree>
    <p:extLst>
      <p:ext uri="{BB962C8B-B14F-4D97-AF65-F5344CB8AC3E}">
        <p14:creationId xmlns:p14="http://schemas.microsoft.com/office/powerpoint/2010/main" val="577468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843B-073C-FE73-0D59-0A925724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120527"/>
            <a:ext cx="11767929" cy="62159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/Output Redirection </a:t>
            </a:r>
            <a:br>
              <a:rPr lang="en-IN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CFB9A-E77A-97DC-146D-C1DA3D393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484243"/>
            <a:ext cx="11767930" cy="5253230"/>
          </a:xfrm>
        </p:spPr>
        <p:txBody>
          <a:bodyPr/>
          <a:lstStyle/>
          <a:p>
            <a:pPr algn="l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change the standard input ( stdin )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output ( </a:t>
            </a:r>
            <a:r>
              <a:rPr lang="en-IN" sz="20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stdout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 &amp; standard error (stderr)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executing a command on the terminal.</a:t>
            </a:r>
          </a:p>
          <a:p>
            <a:pPr marL="0" indent="0" algn="l">
              <a:buNone/>
            </a:pPr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input ( stdin )          -  [ &gt; ]   </a:t>
            </a:r>
          </a:p>
          <a:p>
            <a:pPr algn="l"/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output ( </a:t>
            </a:r>
            <a:r>
              <a:rPr lang="en-IN" sz="20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stdout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      -  [ &lt; ]</a:t>
            </a:r>
          </a:p>
          <a:p>
            <a:pPr algn="l"/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error (stderr)           -  [ 2&gt; ]</a:t>
            </a:r>
          </a:p>
          <a:p>
            <a:pPr marL="0" indent="0" algn="l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Ex:  </a:t>
            </a:r>
            <a:r>
              <a:rPr lang="en-IN" sz="20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IN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c.txt &gt; d.txt                                           </a:t>
            </a:r>
          </a:p>
          <a:p>
            <a:pPr algn="l"/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EB2F28-C8A5-49B2-865D-C98A98DDFD68}"/>
              </a:ext>
            </a:extLst>
          </p:cNvPr>
          <p:cNvSpPr txBox="1">
            <a:spLocks/>
          </p:cNvSpPr>
          <p:nvPr/>
        </p:nvSpPr>
        <p:spPr>
          <a:xfrm>
            <a:off x="6877878" y="2552469"/>
            <a:ext cx="4306957" cy="1558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output   -   [ &gt;&gt; 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input     -   [ &lt;&lt; 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error     -    [ 2&gt;&gt; 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243332-9250-D0CA-3070-09B00259E9BA}"/>
              </a:ext>
            </a:extLst>
          </p:cNvPr>
          <p:cNvSpPr txBox="1">
            <a:spLocks/>
          </p:cNvSpPr>
          <p:nvPr/>
        </p:nvSpPr>
        <p:spPr>
          <a:xfrm>
            <a:off x="6003234" y="4399890"/>
            <a:ext cx="4691270" cy="779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  &gt;&gt; /dev/null 2&gt;&amp;1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7707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B90BB-E70F-47D4-9181-DDF6EF948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0" y="0"/>
            <a:ext cx="11979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59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2BD84-DEE7-4466-1CD2-C224FDCD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1" y="0"/>
            <a:ext cx="1188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008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C321-DF1D-0675-1874-130516A2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2" y="94023"/>
            <a:ext cx="11781183" cy="74086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Shell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EA79-62DE-7F8B-BCB0-A95B3FF4D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443" y="1285461"/>
            <a:ext cx="10866782" cy="547851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                         [shell variable]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                   [ print the commands]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#!                         [which gives instruction to the program ( /bin/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                         [it’s a comment]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Variables                                     [a=10] 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Values                                       [  echo $a]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only Variables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42A678-3692-6D8A-B898-C508201FEA93}"/>
              </a:ext>
            </a:extLst>
          </p:cNvPr>
          <p:cNvSpPr txBox="1">
            <a:spLocks/>
          </p:cNvSpPr>
          <p:nvPr/>
        </p:nvSpPr>
        <p:spPr>
          <a:xfrm>
            <a:off x="5475666" y="4740336"/>
            <a:ext cx="2274336" cy="1892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#! /bin/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“Rahul”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“Ram”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B2EABB-7176-6028-2803-DA18BDEC5ED4}"/>
              </a:ext>
            </a:extLst>
          </p:cNvPr>
          <p:cNvSpPr txBox="1">
            <a:spLocks/>
          </p:cNvSpPr>
          <p:nvPr/>
        </p:nvSpPr>
        <p:spPr>
          <a:xfrm>
            <a:off x="8870743" y="4733710"/>
            <a:ext cx="2830927" cy="1842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#! /bin/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“Rahul”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“Ram”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$ Name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64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8326-F25D-0409-DFFB-D16B9527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61" y="887896"/>
            <a:ext cx="11648661" cy="523460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3900" i="1" dirty="0">
                <a:solidFill>
                  <a:srgbClr val="002060"/>
                </a:solidFill>
                <a:latin typeface="French Script MT" panose="03020402040607040605" pitchFamily="66" charset="0"/>
              </a:rPr>
              <a:t>Thank </a:t>
            </a:r>
            <a:r>
              <a:rPr lang="en-IN" sz="34400" i="1" dirty="0">
                <a:solidFill>
                  <a:srgbClr val="002060"/>
                </a:solidFill>
                <a:latin typeface="French Script MT" panose="03020402040607040605" pitchFamily="66" charset="0"/>
              </a:rPr>
              <a:t>you</a:t>
            </a:r>
            <a:endParaRPr lang="en-IN" sz="28700" i="1" dirty="0">
              <a:solidFill>
                <a:srgbClr val="002060"/>
              </a:solidFill>
              <a:latin typeface="French Script MT" panose="03020402040607040605" pitchFamily="66" charset="0"/>
            </a:endParaRPr>
          </a:p>
          <a:p>
            <a:pPr marL="0" indent="0" algn="ctr">
              <a:buNone/>
            </a:pPr>
            <a:endParaRPr lang="en-IN" sz="13800" i="1" dirty="0">
              <a:solidFill>
                <a:srgbClr val="002060"/>
              </a:solidFill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6062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977</TotalTime>
  <Words>2165</Words>
  <Application>Microsoft Office PowerPoint</Application>
  <PresentationFormat>Widescreen</PresentationFormat>
  <Paragraphs>309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Arial</vt:lpstr>
      <vt:lpstr>Century Gothic</vt:lpstr>
      <vt:lpstr>Courier New</vt:lpstr>
      <vt:lpstr>French Script MT</vt:lpstr>
      <vt:lpstr>Google Sans</vt:lpstr>
      <vt:lpstr>gt-medium</vt:lpstr>
      <vt:lpstr>Times New Roman</vt:lpstr>
      <vt:lpstr>Wingdings</vt:lpstr>
      <vt:lpstr>Wingdings 3</vt:lpstr>
      <vt:lpstr>Wisp</vt:lpstr>
      <vt:lpstr>PowerPoint Presentation</vt:lpstr>
      <vt:lpstr>Linux</vt:lpstr>
      <vt:lpstr>Command Line / Kernel</vt:lpstr>
      <vt:lpstr>Shell / Bash </vt:lpstr>
      <vt:lpstr>PowerPoint Presentation</vt:lpstr>
      <vt:lpstr>Advantages Of Linux </vt:lpstr>
      <vt:lpstr>PowerPoint Presentation</vt:lpstr>
      <vt:lpstr>PowerPoint Presentation</vt:lpstr>
      <vt:lpstr>Linux Directory</vt:lpstr>
      <vt:lpstr>Commands to create, copy, edit, change time of the  files</vt:lpstr>
      <vt:lpstr>PowerPoint Presentation</vt:lpstr>
      <vt:lpstr>PowerPoint Presentation</vt:lpstr>
      <vt:lpstr>PowerPoint Presentation</vt:lpstr>
      <vt:lpstr>PowerPoint Presentation</vt:lpstr>
      <vt:lpstr>User</vt:lpstr>
      <vt:lpstr>User groups </vt:lpstr>
      <vt:lpstr>Linux File Permissions</vt:lpstr>
      <vt:lpstr>PowerPoint Presentation</vt:lpstr>
      <vt:lpstr>PowerPoint Presentation</vt:lpstr>
      <vt:lpstr>Effect of Permissions on Files</vt:lpstr>
      <vt:lpstr>Add Permission / To Remove The Permission</vt:lpstr>
      <vt:lpstr>Remote Access To A Linux Server</vt:lpstr>
      <vt:lpstr>PowerPoint Presentation</vt:lpstr>
      <vt:lpstr>PowerPoint Presentation</vt:lpstr>
      <vt:lpstr>PowerPoint Presentation</vt:lpstr>
      <vt:lpstr>About “ls” Command / “Directory” Command</vt:lpstr>
      <vt:lpstr>Wc Command</vt:lpstr>
      <vt:lpstr>More &amp; Less / Head &amp; Tail</vt:lpstr>
      <vt:lpstr>Pipe / Crontab Commands</vt:lpstr>
      <vt:lpstr>Input /Output Redirection  </vt:lpstr>
      <vt:lpstr>PowerPoint Presentation</vt:lpstr>
      <vt:lpstr>PowerPoint Presentation</vt:lpstr>
      <vt:lpstr>Features Of Shell Scripting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Chethuprasad</dc:creator>
  <cp:lastModifiedBy>Chethuprasad</cp:lastModifiedBy>
  <cp:revision>24</cp:revision>
  <dcterms:created xsi:type="dcterms:W3CDTF">2022-05-27T11:39:18Z</dcterms:created>
  <dcterms:modified xsi:type="dcterms:W3CDTF">2022-06-27T15:03:11Z</dcterms:modified>
</cp:coreProperties>
</file>